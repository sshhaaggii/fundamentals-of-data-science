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75" r:id="rId8"/>
    <p:sldId id="282" r:id="rId9"/>
    <p:sldId id="27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29" y="6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7270" y="2462255"/>
            <a:ext cx="1000125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 APPLICATION</a:t>
            </a:r>
            <a:endParaRPr lang="en-US" sz="4800" b="1" i="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58148" y="4807816"/>
            <a:ext cx="9525000" cy="639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 dirty="0">
                <a:solidFill>
                  <a:srgbClr val="64748B"/>
                </a:solidFill>
                <a:latin typeface="Inter"/>
              </a:rPr>
              <a:t>Presented by:</a:t>
            </a:r>
            <a:endParaRPr lang="en-US" sz="1650" b="1" dirty="0">
              <a:solidFill>
                <a:srgbClr val="64748B"/>
              </a:solidFill>
              <a:latin typeface="Inter"/>
            </a:endParaRPr>
          </a:p>
          <a:p>
            <a:pPr algn="ctr">
              <a:lnSpc>
                <a:spcPts val="2640"/>
              </a:lnSpc>
            </a:pPr>
            <a:r>
              <a:rPr lang="en-US" sz="1650" b="1" i="0" u="none" dirty="0">
                <a:solidFill>
                  <a:srgbClr val="64748B"/>
                </a:solidFill>
                <a:latin typeface="Inter"/>
              </a:rPr>
              <a:t>                            SHAGI</a:t>
            </a:r>
            <a:r>
              <a:rPr lang="en-US" sz="1650" b="1" dirty="0">
                <a:solidFill>
                  <a:srgbClr val="64748B"/>
                </a:solidFill>
                <a:latin typeface="Inter"/>
              </a:rPr>
              <a:t>THIYAN N (192324259) </a:t>
            </a:r>
            <a:endParaRPr lang="en-US" sz="165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3659465" y="4847005"/>
            <a:ext cx="952500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 u="none" dirty="0">
                <a:solidFill>
                  <a:srgbClr val="64748B"/>
                </a:solidFill>
                <a:latin typeface="Inter"/>
              </a:rPr>
              <a:t>Guide</a:t>
            </a:r>
            <a:r>
              <a:rPr lang="en-US" sz="1650" b="1" dirty="0">
                <a:solidFill>
                  <a:srgbClr val="64748B"/>
                </a:solidFill>
                <a:latin typeface="Inter"/>
              </a:rPr>
              <a:t>:  </a:t>
            </a:r>
          </a:p>
          <a:p>
            <a:pPr algn="ctr">
              <a:lnSpc>
                <a:spcPct val="100000"/>
              </a:lnSpc>
            </a:pPr>
            <a:r>
              <a:rPr lang="en-US" sz="1650" b="1" dirty="0">
                <a:solidFill>
                  <a:srgbClr val="64748B"/>
                </a:solidFill>
                <a:latin typeface="Inter"/>
              </a:rPr>
              <a:t>                                        Dr G P Bharathi</a:t>
            </a:r>
            <a:r>
              <a:rPr lang="en-IN" dirty="0"/>
              <a:t> </a:t>
            </a:r>
            <a:endParaRPr sz="1650" b="0" i="0" u="none" dirty="0">
              <a:solidFill>
                <a:srgbClr val="64748B"/>
              </a:solidFill>
              <a:latin typeface="Inter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DEDCC6-DD6A-5A96-4845-F5E4E88E7E27}"/>
              </a:ext>
            </a:extLst>
          </p:cNvPr>
          <p:cNvGrpSpPr/>
          <p:nvPr/>
        </p:nvGrpSpPr>
        <p:grpSpPr>
          <a:xfrm>
            <a:off x="1383447" y="583196"/>
            <a:ext cx="9425104" cy="1361523"/>
            <a:chOff x="0" y="0"/>
            <a:chExt cx="5734050" cy="64513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B211572-29E5-2543-2FBB-2BF197B6A998}"/>
                </a:ext>
              </a:extLst>
            </p:cNvPr>
            <p:cNvSpPr/>
            <p:nvPr/>
          </p:nvSpPr>
          <p:spPr>
            <a:xfrm>
              <a:off x="2903383" y="16222"/>
              <a:ext cx="76010" cy="27167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180340" marR="629285" indent="45085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4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3D17A0C-2D88-C6BB-8F0B-6D2C31E71FF5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734050" cy="6451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2DA8A-7CB6-90E8-24A1-98D25CDB0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CADD59-2EE7-9491-3EC6-BD6CD8E2E4D9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92A1C6-6D75-F6EB-FFC5-06812E2A54E5}"/>
              </a:ext>
            </a:extLst>
          </p:cNvPr>
          <p:cNvSpPr txBox="1"/>
          <p:nvPr/>
        </p:nvSpPr>
        <p:spPr>
          <a:xfrm>
            <a:off x="571500" y="62865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3000" b="1">
                <a:solidFill>
                  <a:srgbClr val="0F172A"/>
                </a:solidFill>
                <a:latin typeface="Roboto Slab"/>
              </a:rPr>
              <a:t>Introduction</a:t>
            </a:r>
            <a:endParaRPr sz="3000" b="1" i="0" u="none" dirty="0">
              <a:solidFill>
                <a:srgbClr val="0F172A"/>
              </a:solidFill>
              <a:latin typeface="Roboto Slab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67B499-8BA2-B731-245F-D42F86A31D0B}"/>
              </a:ext>
            </a:extLst>
          </p:cNvPr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5760AB50-B422-5883-89EA-592F1C1CD49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101988" cy="1343024"/>
          </a:xfrm>
          <a:prstGeom prst="rect">
            <a:avLst/>
          </a:prstGeom>
        </p:spPr>
      </p:pic>
      <p:pic>
        <p:nvPicPr>
          <p:cNvPr id="21" name="object 4">
            <a:extLst>
              <a:ext uri="{FF2B5EF4-FFF2-40B4-BE49-F238E27FC236}">
                <a16:creationId xmlns:a16="http://schemas.microsoft.com/office/drawing/2014/main" id="{648564E1-B7F2-C7F5-47F3-CE08E8AA5DF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4" cy="13430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183C3E-0EC0-0C47-F7F6-EDD249B43572}"/>
              </a:ext>
            </a:extLst>
          </p:cNvPr>
          <p:cNvSpPr txBox="1"/>
          <p:nvPr/>
        </p:nvSpPr>
        <p:spPr>
          <a:xfrm>
            <a:off x="742950" y="1704017"/>
            <a:ext cx="112585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and categorizes objects in images.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computers to recognize and understand images.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computers learn patterns from image data.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neural networks to classify images automatically.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Image Recognition: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food items such as pizza, burgers, and dosa.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Identification: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food categories from uploaded images.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food delivery, healthcare, agriculture, and food analysis.</a:t>
            </a:r>
          </a:p>
        </p:txBody>
      </p:sp>
    </p:spTree>
    <p:extLst>
      <p:ext uri="{BB962C8B-B14F-4D97-AF65-F5344CB8AC3E}">
        <p14:creationId xmlns:p14="http://schemas.microsoft.com/office/powerpoint/2010/main" val="1123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F3CA0-6379-DA72-4633-3F1EF5AB4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B4219E-72A2-28CD-3989-B0FE14C00270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87CE41-0B24-7D85-762D-EA4F22AE5AB2}"/>
              </a:ext>
            </a:extLst>
          </p:cNvPr>
          <p:cNvSpPr txBox="1"/>
          <p:nvPr/>
        </p:nvSpPr>
        <p:spPr>
          <a:xfrm>
            <a:off x="428624" y="262890"/>
            <a:ext cx="1160145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PYTHON IN </a:t>
            </a:r>
          </a:p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</a:t>
            </a:r>
            <a:endParaRPr sz="30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0B4829-9272-E8C5-6B9B-4400222A9610}"/>
              </a:ext>
            </a:extLst>
          </p:cNvPr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F5F5D0EC-7B6F-EBF9-539A-F6A0A81F66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101988" cy="1343024"/>
          </a:xfrm>
          <a:prstGeom prst="rect">
            <a:avLst/>
          </a:prstGeom>
        </p:spPr>
      </p:pic>
      <p:pic>
        <p:nvPicPr>
          <p:cNvPr id="21" name="object 4">
            <a:extLst>
              <a:ext uri="{FF2B5EF4-FFF2-40B4-BE49-F238E27FC236}">
                <a16:creationId xmlns:a16="http://schemas.microsoft.com/office/drawing/2014/main" id="{A15141B8-BBE0-C2BD-D6D0-BDFC2C3B983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4" cy="13430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C5252C-C744-9C3E-EC97-A70B7E507687}"/>
              </a:ext>
            </a:extLst>
          </p:cNvPr>
          <p:cNvSpPr txBox="1"/>
          <p:nvPr/>
        </p:nvSpPr>
        <p:spPr>
          <a:xfrm>
            <a:off x="704849" y="1874318"/>
            <a:ext cx="11049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Programming: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to learn, write, and understand.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NumPy and Pandas to organize and process data.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OpenCV to load and process food images.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Matplotlib to display images and graphs.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building and training image classification models.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Recognition: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identify food items such as pizza, burgers, and dosa.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deep learning models with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73096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ACE20-92AD-02D1-4848-3C7C6EB89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101CBC-0DA3-DEB9-FC92-431488D47A15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B49D19-BFE8-48F5-0D2E-9ABD233848F9}"/>
              </a:ext>
            </a:extLst>
          </p:cNvPr>
          <p:cNvSpPr txBox="1"/>
          <p:nvPr/>
        </p:nvSpPr>
        <p:spPr>
          <a:xfrm>
            <a:off x="571500" y="628650"/>
            <a:ext cx="11601450" cy="954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3200" b="1" dirty="0"/>
              <a:t>TENSORFLOW FOR DEEP LEARNING</a:t>
            </a:r>
          </a:p>
          <a:p>
            <a:pPr algn="ctr"/>
            <a:endParaRPr sz="3000" b="1" i="0" u="none" dirty="0">
              <a:solidFill>
                <a:srgbClr val="0F172A"/>
              </a:solidFill>
              <a:latin typeface="Roboto Slab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52E925-2FD2-00F3-D703-8F880459C79D}"/>
              </a:ext>
            </a:extLst>
          </p:cNvPr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89078B0F-C9FB-EF78-23AE-F52DDC0FCF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101988" cy="1343024"/>
          </a:xfrm>
          <a:prstGeom prst="rect">
            <a:avLst/>
          </a:prstGeom>
        </p:spPr>
      </p:pic>
      <p:pic>
        <p:nvPicPr>
          <p:cNvPr id="21" name="object 4">
            <a:extLst>
              <a:ext uri="{FF2B5EF4-FFF2-40B4-BE49-F238E27FC236}">
                <a16:creationId xmlns:a16="http://schemas.microsoft.com/office/drawing/2014/main" id="{4C2CBC56-398D-C072-A5CE-0A064409B2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4" cy="13430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4D6C03-ECDE-DD90-B6FA-CA9B137185A3}"/>
              </a:ext>
            </a:extLst>
          </p:cNvPr>
          <p:cNvSpPr txBox="1"/>
          <p:nvPr/>
        </p:nvSpPr>
        <p:spPr>
          <a:xfrm>
            <a:off x="912944" y="1682915"/>
            <a:ext cx="1004381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open-source deep learning framework developed by Google.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Builds neural networks for image classification.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Learns patterns from food image datasets.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Detection: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shapes,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textures in images.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food categories from input images.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the accuracy of predictions.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Classifies food images as pizza, burger, or dosa.</a:t>
            </a:r>
          </a:p>
        </p:txBody>
      </p:sp>
    </p:spTree>
    <p:extLst>
      <p:ext uri="{BB962C8B-B14F-4D97-AF65-F5344CB8AC3E}">
        <p14:creationId xmlns:p14="http://schemas.microsoft.com/office/powerpoint/2010/main" val="705919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787E2-3905-FB16-329D-00D3EDCD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EB368E-13DA-90BE-B250-E4A7DD7ABAD0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5ADD45-8739-DA51-E0B7-2DAFD25B6E65}"/>
              </a:ext>
            </a:extLst>
          </p:cNvPr>
          <p:cNvSpPr txBox="1"/>
          <p:nvPr/>
        </p:nvSpPr>
        <p:spPr>
          <a:xfrm>
            <a:off x="571500" y="62865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PYTORCH FOR DEEP LEARNING</a:t>
            </a:r>
            <a:endParaRPr sz="30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51EED7-47F2-7AF5-85AD-E43CEFF26FC5}"/>
              </a:ext>
            </a:extLst>
          </p:cNvPr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DEF36B80-3693-C7E4-3D8E-F19F10C29D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101988" cy="1343024"/>
          </a:xfrm>
          <a:prstGeom prst="rect">
            <a:avLst/>
          </a:prstGeom>
        </p:spPr>
      </p:pic>
      <p:pic>
        <p:nvPicPr>
          <p:cNvPr id="21" name="object 4">
            <a:extLst>
              <a:ext uri="{FF2B5EF4-FFF2-40B4-BE49-F238E27FC236}">
                <a16:creationId xmlns:a16="http://schemas.microsoft.com/office/drawing/2014/main" id="{86F8D012-C7E7-5E5A-5F00-2B4229AA213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4" cy="13430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FC4344-7F2A-D688-75A1-7EB5C3C8C7B0}"/>
              </a:ext>
            </a:extLst>
          </p:cNvPr>
          <p:cNvSpPr txBox="1"/>
          <p:nvPr/>
        </p:nvSpPr>
        <p:spPr>
          <a:xfrm>
            <a:off x="912943" y="1828800"/>
            <a:ext cx="1014006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open-source deep learning framework developed by Meta.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Builds models for image classification.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Learns patterns from food image datasets.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developers to modify and experiment with models.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food items from images.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model predictions and accuracy.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whether an image contains pizza, burger, or dosa.</a:t>
            </a:r>
          </a:p>
        </p:txBody>
      </p:sp>
    </p:spTree>
    <p:extLst>
      <p:ext uri="{BB962C8B-B14F-4D97-AF65-F5344CB8AC3E}">
        <p14:creationId xmlns:p14="http://schemas.microsoft.com/office/powerpoint/2010/main" val="354752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01F6-8C62-147F-1915-44A1339A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4C7175-2181-059C-F986-FEF82D777DE4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B071CF-9844-D739-6D42-E069E4A73F43}"/>
              </a:ext>
            </a:extLst>
          </p:cNvPr>
          <p:cNvSpPr txBox="1"/>
          <p:nvPr/>
        </p:nvSpPr>
        <p:spPr>
          <a:xfrm>
            <a:off x="571500" y="62865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NOTEBOOK ENVIRONMENTS</a:t>
            </a:r>
            <a:endParaRPr sz="30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2EDB0A-8EC7-5BB1-9D2A-E4EA3F650333}"/>
              </a:ext>
            </a:extLst>
          </p:cNvPr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D541FA0E-D787-8F00-5244-473ED68A19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101988" cy="1343024"/>
          </a:xfrm>
          <a:prstGeom prst="rect">
            <a:avLst/>
          </a:prstGeom>
        </p:spPr>
      </p:pic>
      <p:pic>
        <p:nvPicPr>
          <p:cNvPr id="21" name="object 4">
            <a:extLst>
              <a:ext uri="{FF2B5EF4-FFF2-40B4-BE49-F238E27FC236}">
                <a16:creationId xmlns:a16="http://schemas.microsoft.com/office/drawing/2014/main" id="{2CFBF940-85D5-10F3-6277-E472487FFBD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4" cy="13430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B5C9E5-C949-BCDF-F821-679801258816}"/>
              </a:ext>
            </a:extLst>
          </p:cNvPr>
          <p:cNvSpPr txBox="1"/>
          <p:nvPr/>
        </p:nvSpPr>
        <p:spPr>
          <a:xfrm>
            <a:off x="1113474" y="1971674"/>
            <a:ext cx="996505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platforms for writing and executing Python code.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coding, testing, and data analysis.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cloud-based environment for model training.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load and prepare food image datasets.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Trains deep learning models using image data.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 model predictions using new images.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images, graphs, and accuracy results.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identify and correct coding errors.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46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A79B-E6C4-B8FC-5376-134035DD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D25441-9346-8478-1387-121512EE5974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39934B-8BE9-9457-4A91-8940AFB9F200}"/>
              </a:ext>
            </a:extLst>
          </p:cNvPr>
          <p:cNvSpPr txBox="1"/>
          <p:nvPr/>
        </p:nvSpPr>
        <p:spPr>
          <a:xfrm>
            <a:off x="590550" y="243840"/>
            <a:ext cx="1160145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 OF </a:t>
            </a:r>
          </a:p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</a:t>
            </a:r>
            <a:endParaRPr lang="en-US" sz="30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930145-56C2-554D-94AA-C238F41E1F8B}"/>
              </a:ext>
            </a:extLst>
          </p:cNvPr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6C8CE229-BE64-F3ED-DFE3-612473C90E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101988" cy="1343024"/>
          </a:xfrm>
          <a:prstGeom prst="rect">
            <a:avLst/>
          </a:prstGeom>
        </p:spPr>
      </p:pic>
      <p:pic>
        <p:nvPicPr>
          <p:cNvPr id="21" name="object 4">
            <a:extLst>
              <a:ext uri="{FF2B5EF4-FFF2-40B4-BE49-F238E27FC236}">
                <a16:creationId xmlns:a16="http://schemas.microsoft.com/office/drawing/2014/main" id="{002EC683-5B50-6031-52EE-36810446891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4" cy="1343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A96F76-7018-B184-3144-D3679D531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488" y="1228725"/>
            <a:ext cx="9205256" cy="51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10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1F2F0-7041-327F-466E-0F3D005F9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2035B6-524F-0B40-4279-7B3970218D66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928033-46B4-28DD-4054-26D934850E9A}"/>
              </a:ext>
            </a:extLst>
          </p:cNvPr>
          <p:cNvSpPr txBox="1"/>
          <p:nvPr/>
        </p:nvSpPr>
        <p:spPr>
          <a:xfrm>
            <a:off x="571500" y="62865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3200" dirty="0">
                <a:latin typeface="Roboto Slab SemiBold" pitchFamily="2" charset="0"/>
                <a:ea typeface="Roboto Slab SemiBold" pitchFamily="2" charset="0"/>
                <a:cs typeface="Roboto Slab SemiBold" pitchFamily="2" charset="0"/>
              </a:rPr>
              <a:t>Conclusion</a:t>
            </a:r>
            <a:endParaRPr lang="en-US" sz="3000" b="1" i="0" u="none" dirty="0">
              <a:solidFill>
                <a:srgbClr val="0F172A"/>
              </a:solidFill>
              <a:latin typeface="Roboto Slab SemiBold" pitchFamily="2" charset="0"/>
              <a:ea typeface="Roboto Slab SemiBold" pitchFamily="2" charset="0"/>
              <a:cs typeface="Roboto Slab SemiBold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6FA7EA-6B9B-7CFD-D312-0FA84E531ACF}"/>
              </a:ext>
            </a:extLst>
          </p:cNvPr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6F3A810F-D440-C3A0-3A6D-E50A815870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101988" cy="1343024"/>
          </a:xfrm>
          <a:prstGeom prst="rect">
            <a:avLst/>
          </a:prstGeom>
        </p:spPr>
      </p:pic>
      <p:pic>
        <p:nvPicPr>
          <p:cNvPr id="21" name="object 4">
            <a:extLst>
              <a:ext uri="{FF2B5EF4-FFF2-40B4-BE49-F238E27FC236}">
                <a16:creationId xmlns:a16="http://schemas.microsoft.com/office/drawing/2014/main" id="{7A978C2F-2F3D-D1A9-D18A-985D6EC6C1A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4" cy="13430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CE4B16-2998-A0F4-A30C-13CE4BFCC25E}"/>
              </a:ext>
            </a:extLst>
          </p:cNvPr>
          <p:cNvSpPr txBox="1"/>
          <p:nvPr/>
        </p:nvSpPr>
        <p:spPr>
          <a:xfrm>
            <a:off x="1090863" y="1971674"/>
            <a:ext cx="94247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food items automatically from images.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programming and data processing.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&amp;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develop and train deep learning models.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testing and visualization.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manual effort and saves time.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improved for food recognition and smart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599006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F01E16-94A8-7AE1-AA17-E28549644977}"/>
              </a:ext>
            </a:extLst>
          </p:cNvPr>
          <p:cNvSpPr txBox="1"/>
          <p:nvPr/>
        </p:nvSpPr>
        <p:spPr>
          <a:xfrm>
            <a:off x="3657600" y="2636272"/>
            <a:ext cx="6951406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5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334109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512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Inter</vt:lpstr>
      <vt:lpstr>Roboto Slab</vt:lpstr>
      <vt:lpstr>Roboto Slab SemiBold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Roshini BM</dc:creator>
  <cp:keywords/>
  <dc:description>generated using python-pptx</dc:description>
  <cp:lastModifiedBy>Shagithiyan N</cp:lastModifiedBy>
  <cp:revision>8</cp:revision>
  <cp:lastPrinted>2026-09-04T03:37:01Z</cp:lastPrinted>
  <dcterms:created xsi:type="dcterms:W3CDTF">2013-01-27T09:14:16Z</dcterms:created>
  <dcterms:modified xsi:type="dcterms:W3CDTF">2026-10-26T04:56:19Z</dcterms:modified>
  <cp:category/>
</cp:coreProperties>
</file>